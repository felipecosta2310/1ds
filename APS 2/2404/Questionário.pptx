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D85AB-ECB2-EEC6-E12D-EAB4DDA55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707C02-72AB-EC0D-B53C-C516FA0E8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F88913-C63B-B33E-21AB-4C2BFC12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3AA41D-771C-0972-6443-7C1109BA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494513-7D81-8751-B5DB-1730B99B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32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3D123-106E-69F8-CF5D-1CD2DEB0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0DF6F1-2FE2-19F7-95D3-41D64BB1E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BE3260-B019-60C6-85BC-EB141CEC6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9B84E2-CA93-A6BE-6E1C-521E85660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7FBC97-5A9C-F82E-D628-E9EC959C5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554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CEFCE-A4BC-B63E-CF4B-015B9355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C5A855-0B0B-962D-E7FD-5462E7D88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BA148-0DDE-2BC7-87AF-6EE5789A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E7356A-814B-33C7-9246-1CA1138E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371CCC-5F00-23E8-CB21-46EAD81B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772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B8D98-9396-4605-2820-AB1262F8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FE00B9-CC59-2AE6-82EF-E44EF0298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ABFA4E-05B6-ABC5-3046-2A71D493D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8D2AA5-7F4F-080B-22B0-10184C061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72C001-A36B-151D-C329-09B46E06D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344590-3B2B-ED9B-9BD1-E8DCE4E9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636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D454F-DF49-B505-6096-B8AD78C53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06BA65-63A7-7866-6060-D076FEF38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8C931F-F857-322E-F3E3-05682710B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5FD26B3-0430-7C7A-BCE7-0D7DBAF24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1CD37B3-185C-191B-7C95-AFB6E1948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73AEE5-EB59-75B4-7B8D-6A4E68B93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D4A96D5-7D41-5AA3-D9F1-860465D6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42D3707-FF42-71D3-3D92-DD207DF2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126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43F8D-65DC-C58E-BE5C-27E4ACFF1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B7365F-1180-5B4B-7030-5606FB33C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57BA59-360A-EA36-83DE-26561FB3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14ECEF-2BA0-9BE6-C85D-419C5DFF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064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EE1E66-7038-2E41-8CC7-841D22B5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B6A50AF-1AE7-D519-0F78-FD590881E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3A49BE-E6AE-87CA-D22A-B0B04E39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2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48D84-455A-D428-04CB-758858B09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95A462-1697-F942-3027-E75716354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A5149E-F3B9-1F88-3C3C-7BE25C639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EA3514-75A4-E225-5002-00538175F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E743BA-7850-815F-CB72-F8A052D56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0DA2E1-4E56-8E10-5C90-A11930890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5064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995EF-5780-040E-B94C-68B900B9A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65FE397-046B-CF26-E091-BAA55F1D9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1EC0C0-DCEE-CAE7-1AE1-4CA7C6874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5ACB82-C3B2-1613-15C7-AFD88414A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53DA75-F242-38F1-061E-5D81F250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F18166-DD04-CF6F-9796-2EB2EF59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92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74EF2-A4B2-D8E1-B023-F6C433AC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0052DC-89B6-8C00-E9CB-3111D4A4D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17AD4F-6E65-6A94-9F77-F6CDC9E1D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94D2E2-6748-0225-A960-F98606EF9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CB2DAA-D655-9BE6-AFF0-9102C4C9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835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0F8660-ADEA-B31E-93DD-1ED07B1CA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C7CF0F-8288-CB29-640B-AD700F189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516656-BBCC-9AAC-433B-9F9288B1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7B492D-4DFC-3255-82EA-39773055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3DD0BC-2FFE-CEE6-A1AA-AB0D5A4B2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6779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904F51-F231-55C6-EBAB-7DC4828DC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30C7A0-5CEB-1FF4-9291-B61D0536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F3F73-BF6C-28FA-BA81-0E08064E6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8C3FA3-5BE5-4A44-913C-3A40F0F6C774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A5B263-1DB4-E1D4-E493-9F2A1C6AC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A23F8B-558E-430E-C5BB-B660EA4AB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32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79BFB-1A03-2C25-2C30-1E81914527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Análise e Projeto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DC257A-A947-D593-671B-D4BD7705C8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Nome completo dos alunos (dupla)</a:t>
            </a:r>
          </a:p>
        </p:txBody>
      </p:sp>
    </p:spTree>
    <p:extLst>
      <p:ext uri="{BB962C8B-B14F-4D97-AF65-F5344CB8AC3E}">
        <p14:creationId xmlns:p14="http://schemas.microsoft.com/office/powerpoint/2010/main" val="182897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56492-8785-A423-58F0-162BC59FD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Quem são os </a:t>
            </a:r>
            <a:r>
              <a:rPr lang="pt-BR" b="1" i="0" dirty="0">
                <a:solidFill>
                  <a:srgbClr val="1F1F1F"/>
                </a:solidFill>
                <a:effectLst/>
                <a:latin typeface="Google Sans"/>
              </a:rPr>
              <a:t>stakeholders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 no desenvolvimento </a:t>
            </a:r>
            <a:r>
              <a:rPr lang="pt-BR" dirty="0">
                <a:solidFill>
                  <a:srgbClr val="1F1F1F"/>
                </a:solidFill>
                <a:latin typeface="Google Sans"/>
              </a:rPr>
              <a:t>do 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projeto de um sistema?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1EAA2-A71E-1AD1-87BA-4F4F9D75A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05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37B5FF3-80C8-115E-6953-37E4AD3A4349}"/>
              </a:ext>
            </a:extLst>
          </p:cNvPr>
          <p:cNvSpPr txBox="1"/>
          <p:nvPr/>
        </p:nvSpPr>
        <p:spPr>
          <a:xfrm>
            <a:off x="1169233" y="1004342"/>
            <a:ext cx="93688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Pense em uma </a:t>
            </a:r>
            <a:r>
              <a:rPr lang="pt-BR" sz="3600" b="1" i="0" dirty="0">
                <a:solidFill>
                  <a:srgbClr val="242424"/>
                </a:solidFill>
                <a:effectLst/>
                <a:latin typeface="-apple-system"/>
              </a:rPr>
              <a:t>nova aplicação </a:t>
            </a: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ou </a:t>
            </a:r>
            <a:r>
              <a:rPr lang="pt-BR" sz="3600" b="1" i="0" dirty="0">
                <a:solidFill>
                  <a:srgbClr val="242424"/>
                </a:solidFill>
                <a:effectLst/>
                <a:latin typeface="-apple-system"/>
              </a:rPr>
              <a:t>plataforma</a:t>
            </a: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 que atenda às necessidades de um negócio.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Crie no mínimo </a:t>
            </a:r>
            <a:r>
              <a:rPr lang="pt-BR" sz="3600" b="1" i="0" dirty="0">
                <a:solidFill>
                  <a:srgbClr val="242424"/>
                </a:solidFill>
                <a:effectLst/>
                <a:latin typeface="-apple-system"/>
              </a:rPr>
              <a:t>5 perguntas </a:t>
            </a: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para um questionário que deverá ser respondido pelo </a:t>
            </a:r>
            <a:r>
              <a:rPr lang="pt-BR" sz="3600" b="1" i="0" dirty="0">
                <a:solidFill>
                  <a:srgbClr val="242424"/>
                </a:solidFill>
                <a:effectLst/>
                <a:latin typeface="-apple-system"/>
              </a:rPr>
              <a:t>ChatGPT</a:t>
            </a: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, que fará o papel do stakeholder para o </a:t>
            </a:r>
            <a:r>
              <a:rPr lang="pt-BR" sz="3600" b="1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-apple-system"/>
              </a:rPr>
              <a:t>problema</a:t>
            </a:r>
            <a:r>
              <a:rPr lang="pt-BR" sz="3600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-apple-system"/>
              </a:rPr>
              <a:t> .... 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Devolva sua atividade com as perguntas e as respostas do stakeholder.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294907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 1 -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D2060-E1C5-DC82-A386-5F7B9DC03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Resposta</a:t>
            </a:r>
          </a:p>
        </p:txBody>
      </p:sp>
    </p:spTree>
    <p:extLst>
      <p:ext uri="{BB962C8B-B14F-4D97-AF65-F5344CB8AC3E}">
        <p14:creationId xmlns:p14="http://schemas.microsoft.com/office/powerpoint/2010/main" val="513917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 2 -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D2060-E1C5-DC82-A386-5F7B9DC03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Resposta</a:t>
            </a:r>
          </a:p>
        </p:txBody>
      </p:sp>
    </p:spTree>
    <p:extLst>
      <p:ext uri="{BB962C8B-B14F-4D97-AF65-F5344CB8AC3E}">
        <p14:creationId xmlns:p14="http://schemas.microsoft.com/office/powerpoint/2010/main" val="635629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 3 -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D2060-E1C5-DC82-A386-5F7B9DC03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Resposta</a:t>
            </a:r>
          </a:p>
        </p:txBody>
      </p:sp>
    </p:spTree>
    <p:extLst>
      <p:ext uri="{BB962C8B-B14F-4D97-AF65-F5344CB8AC3E}">
        <p14:creationId xmlns:p14="http://schemas.microsoft.com/office/powerpoint/2010/main" val="2958609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 4 -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D2060-E1C5-DC82-A386-5F7B9DC03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Resposta</a:t>
            </a:r>
          </a:p>
        </p:txBody>
      </p:sp>
    </p:spTree>
    <p:extLst>
      <p:ext uri="{BB962C8B-B14F-4D97-AF65-F5344CB8AC3E}">
        <p14:creationId xmlns:p14="http://schemas.microsoft.com/office/powerpoint/2010/main" val="1684193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 5 -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D2060-E1C5-DC82-A386-5F7B9DC03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Resposta</a:t>
            </a:r>
          </a:p>
        </p:txBody>
      </p:sp>
    </p:spTree>
    <p:extLst>
      <p:ext uri="{BB962C8B-B14F-4D97-AF65-F5344CB8AC3E}">
        <p14:creationId xmlns:p14="http://schemas.microsoft.com/office/powerpoint/2010/main" val="465802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96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-apple-system</vt:lpstr>
      <vt:lpstr>Aptos</vt:lpstr>
      <vt:lpstr>Aptos Display</vt:lpstr>
      <vt:lpstr>Arial</vt:lpstr>
      <vt:lpstr>Google Sans</vt:lpstr>
      <vt:lpstr>Tema do Office</vt:lpstr>
      <vt:lpstr>Análise e Projeto de Sistemas</vt:lpstr>
      <vt:lpstr>Quem são os stakeholders no desenvolvimento do projeto de um sistema?</vt:lpstr>
      <vt:lpstr>Apresentação do PowerPoint</vt:lpstr>
      <vt:lpstr>Pergunta 1 -</vt:lpstr>
      <vt:lpstr>Pergunta 2 -</vt:lpstr>
      <vt:lpstr>Pergunta 3 -</vt:lpstr>
      <vt:lpstr>Pergunta 4 -</vt:lpstr>
      <vt:lpstr>Pergunta 5 -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Avezum Martus</dc:creator>
  <cp:lastModifiedBy>Andrea Avezum Martus</cp:lastModifiedBy>
  <cp:revision>2</cp:revision>
  <dcterms:created xsi:type="dcterms:W3CDTF">2025-04-22T23:41:48Z</dcterms:created>
  <dcterms:modified xsi:type="dcterms:W3CDTF">2025-04-23T00:24:45Z</dcterms:modified>
</cp:coreProperties>
</file>