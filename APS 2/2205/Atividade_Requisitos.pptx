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8" r:id="rId4"/>
    <p:sldId id="257" r:id="rId5"/>
    <p:sldId id="267" r:id="rId6"/>
    <p:sldId id="269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E25A42-523B-ACA8-B9EB-5B0611A58E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DB96F2A-CAEE-B6F7-2AA3-AA1EF8700A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429F3D-B4E7-666C-E3DA-B6DC28BBA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C018-DDAC-4408-8BB5-07CFEB40FC31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67CD9A-C5E1-44DB-D97C-8FD850F3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8DE0A7-F917-C783-0D33-D435F5DF9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3648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A65F4B-42D7-842A-F59E-590942E13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4DEDC1-C1B2-A38E-DD10-23E589277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4BD9E5-AA8B-1D5E-3FDB-828ABC2F8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C018-DDAC-4408-8BB5-07CFEB40FC31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488620-A402-775D-76CC-56D2B5BC6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56C58C-A678-6EEB-8525-2A1C67ED0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8659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93305F-5F58-13F3-9839-2993A9D5D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B81C80-72DB-7453-FCB8-D35D6B805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DCD304-AFE7-4C7B-7691-790465DEF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C018-DDAC-4408-8BB5-07CFEB40FC31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22A250-A9EF-6ADD-6A1D-9E02C6F4D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7BD71C-8B48-081F-B0A3-39F61D6D2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3842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04B65-3BA9-012D-0C57-5105C3B90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1C882E-E5AA-DADD-5979-341215DB6A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23ADB48-A5CA-A180-9CC6-FB4219F85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FFD6DC-B124-DE9D-887C-DE59C418F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C018-DDAC-4408-8BB5-07CFEB40FC31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4838BC0-5122-5DA8-45BC-0A90D2A09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E12ED0-3D88-93EA-87AF-6B9387169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0990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7EF24-5298-33A8-5DBC-5A0574569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DABC196-F62C-CAFE-3D95-A1534F935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19E559A-3481-C1A0-4551-3F193E990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F8821F1-9922-4173-762D-37527354B4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F537CF9-943C-7621-1DE9-E67ADA397F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EAA9F39-7533-DEFE-EFB4-491C96F05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C018-DDAC-4408-8BB5-07CFEB40FC31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68FA0AF-3CED-954B-D175-8370F8375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60EFF2C-5B4A-2B1F-818B-5AD6209C2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4521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6BE47C-A3D5-BB80-335F-5D69BDC8E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B30B2EE-8D23-2CD9-3FBC-A44F53735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C018-DDAC-4408-8BB5-07CFEB40FC31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9CA1F9-BC79-FCEB-DD1A-4C0D30C85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839CCB4-2B54-0D60-B7F5-DA82B962A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1443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5977C15-DBC4-0050-CE4F-C02E95404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C018-DDAC-4408-8BB5-07CFEB40FC31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9A8DFB1-F4B9-7C06-44D0-BBDF57C2A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2FAC400-F4A4-036B-EC93-B8E8A44ED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3722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10FEB-1B7D-8270-7861-F730E43CE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52F2FA-A6C0-AEEE-BD81-3675F8053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DF7985-682B-0C52-BBBF-588854ADB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1C413DD-3B4C-5F35-AA24-B147057D0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C018-DDAC-4408-8BB5-07CFEB40FC31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B396327-E4C1-21FC-A851-1A69A65E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0FC413-CAC7-5F6A-0A9D-E5B53E84F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6722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EFE706-1826-F4EB-EFB7-02A3846BE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ED5D10B-2566-6121-00C4-631290EC99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451A118-047E-893F-3E5E-B81C9E5A54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1414193-8978-1007-7D1C-064C67D09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C018-DDAC-4408-8BB5-07CFEB40FC31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FAC4DFD-3803-8B16-C2AC-B75F6E3D1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D94DD2-FCB5-A967-3897-088E975DD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2400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9FE192-6C14-C6A4-A5BD-F5E48E806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DEE317-439F-FA05-EBE5-C927F2113E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A999B9-D8A0-D268-3FAA-8E4CA6778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C018-DDAC-4408-8BB5-07CFEB40FC31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BC0B58-589A-9B1B-76A5-1029FFE4B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D77F12-6C9A-BCC4-DE65-628B0CBE6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0521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C6334EF-4DEF-2EF2-1EE9-405D5BBE6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8B8FF45-1D85-AA6E-6A4F-08A09FB07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B34DFB-D4EC-B13E-DF0A-1994A4A57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C018-DDAC-4408-8BB5-07CFEB40FC31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ED7CD9-9F77-7D52-D684-3F5D5EEFC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601425-3922-B689-56AF-7928DC148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4040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98C5F83-8A34-0297-0045-ED5D58501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8DEF21-2722-F1DF-29EB-4F1B712DC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97CE9F-CCFB-6FE4-DCA3-EF6C122C84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BCC018-DDAC-4408-8BB5-07CFEB40FC31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F5480A-154E-CAFA-F634-72CB83EA5F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32766B-81D4-165F-23D4-07C5D8C755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745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25A31E-2314-F353-206C-AD1D8B7FD0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>
                <a:solidFill>
                  <a:srgbClr val="C00000"/>
                </a:solidFill>
              </a:rPr>
              <a:t>Análise e Projeto de Sistemas</a:t>
            </a: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4DCD43BD-E859-3894-9C49-5707BFF01B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Nomes dos Alunos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87ADFE3-1247-20F0-3329-43AF84BBD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809" y="249058"/>
            <a:ext cx="3858163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517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EE981-9835-6ED6-DBD4-85C9B63F2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Requisitos funcionais – </a:t>
            </a:r>
            <a:r>
              <a:rPr lang="pt-BR" b="1" dirty="0">
                <a:solidFill>
                  <a:srgbClr val="C00000"/>
                </a:solidFill>
              </a:rPr>
              <a:t>O que são?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371E1D-0F2D-382B-1566-9D4D2EA8A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01916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EE981-9835-6ED6-DBD4-85C9B63F2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Requisitos não funcionais – </a:t>
            </a:r>
            <a:r>
              <a:rPr lang="pt-BR" b="1" dirty="0">
                <a:solidFill>
                  <a:srgbClr val="C00000"/>
                </a:solidFill>
              </a:rPr>
              <a:t>O que são?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371E1D-0F2D-382B-1566-9D4D2EA8A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58922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EE981-9835-6ED6-DBD4-85C9B63F2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8583"/>
            <a:ext cx="10515600" cy="4619830"/>
          </a:xfrm>
        </p:spPr>
        <p:txBody>
          <a:bodyPr>
            <a:normAutofit/>
          </a:bodyPr>
          <a:lstStyle/>
          <a:p>
            <a:pPr algn="ctr"/>
            <a:r>
              <a:rPr lang="pt-BR" sz="5400" b="1" dirty="0"/>
              <a:t>Etapa de desenvolvimento de software: </a:t>
            </a:r>
            <a:br>
              <a:rPr lang="pt-BR" sz="5400" b="1" dirty="0"/>
            </a:br>
            <a:r>
              <a:rPr lang="pt-BR" sz="5400" b="1" dirty="0">
                <a:solidFill>
                  <a:srgbClr val="C00000"/>
                </a:solidFill>
              </a:rPr>
              <a:t>Fase de Levantamento de Requisitos</a:t>
            </a:r>
            <a:br>
              <a:rPr lang="pt-BR" sz="5400" b="1" dirty="0">
                <a:solidFill>
                  <a:srgbClr val="C00000"/>
                </a:solidFill>
              </a:rPr>
            </a:br>
            <a:br>
              <a:rPr lang="pt-BR" sz="5400" b="1" dirty="0">
                <a:solidFill>
                  <a:srgbClr val="C00000"/>
                </a:solidFill>
              </a:rPr>
            </a:br>
            <a:r>
              <a:rPr lang="pt-BR" sz="5400" b="1" dirty="0">
                <a:highlight>
                  <a:srgbClr val="FFFF00"/>
                </a:highlight>
              </a:rPr>
              <a:t>TEMA</a:t>
            </a:r>
          </a:p>
        </p:txBody>
      </p:sp>
    </p:spTree>
    <p:extLst>
      <p:ext uri="{BB962C8B-B14F-4D97-AF65-F5344CB8AC3E}">
        <p14:creationId xmlns:p14="http://schemas.microsoft.com/office/powerpoint/2010/main" val="339823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EE981-9835-6ED6-DBD4-85C9B63F2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Requisitos funcionais do seu projeto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371E1D-0F2D-382B-1566-9D4D2EA8A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7687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EE981-9835-6ED6-DBD4-85C9B63F2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Requisitos não funcionais do seu projeto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371E1D-0F2D-382B-1566-9D4D2EA8A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634222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49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do Office</vt:lpstr>
      <vt:lpstr>Análise e Projeto de Sistemas</vt:lpstr>
      <vt:lpstr>Requisitos funcionais – O que são? </vt:lpstr>
      <vt:lpstr>Requisitos não funcionais – O que são? </vt:lpstr>
      <vt:lpstr>Etapa de desenvolvimento de software:  Fase de Levantamento de Requisitos  TEMA</vt:lpstr>
      <vt:lpstr>Requisitos funcionais do seu projeto</vt:lpstr>
      <vt:lpstr>Requisitos não funcionais do seu projeto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e Projeto de Sistemas</dc:title>
  <dc:creator>Andrea Avezum Martus</dc:creator>
  <cp:lastModifiedBy>Micro</cp:lastModifiedBy>
  <cp:revision>6</cp:revision>
  <dcterms:created xsi:type="dcterms:W3CDTF">2025-03-26T22:54:18Z</dcterms:created>
  <dcterms:modified xsi:type="dcterms:W3CDTF">2025-05-22T16:29:21Z</dcterms:modified>
</cp:coreProperties>
</file>