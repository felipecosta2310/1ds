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4F43C-4FE4-90DA-1687-7D4CAFE708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3D51C2-CE1E-D3AA-B89D-85C124635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BD378D-E303-CEF5-1DDE-8504AF900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20/05/2025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2BBA3D-2FB4-9D6E-9CB4-DBBD659D0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2CD2BD-D531-9A8B-BB63-6B6772E68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8953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FD4140-65CD-F713-5DCA-63F3DB0BD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00BB89-B370-D484-E487-D39C1232B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AA7DB1-1275-4F53-7C0B-E7D6B8386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20/05/2025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5487D4-FC33-CE58-4843-C18B0AB20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0FF238-D472-720F-D87B-FA3EF7FFC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0668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9B57B-CAF7-54A3-EA59-94A9D6E74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68424F-FBC2-4E83-A6D4-9D920006E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BD9B87-028B-77C6-F470-630D6CD78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20/05/2025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C0BE02-D814-1248-F88E-B56B737D0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D40102-AB05-CF43-6CA8-E320B6FD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4958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2E6880-AB2E-EBE0-7756-59A423EF7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CB931B-DF5B-BB8D-FAE3-232868689B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251C99C-3716-8F99-9EBD-361C8A768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678F21D-3ECD-A624-28B0-89F2D4DCF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20/05/2025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34F324-19FC-1824-0D25-941AAB938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E6FA2B-7747-A2C8-CC15-DB9EF2974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99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C6B273-A3B9-820D-73EF-5424C57F4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A63F8F-9C9B-7D19-C804-281F415D7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A2A0A8F-B2F5-7498-FA00-0742B2BBD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8603A46-B711-E8A5-97F3-EF1B2A0120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FBE1F4F-94CD-E25A-4CF0-E554C159F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7F73648-48E6-9B69-CADE-98E7B930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20/05/2025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514E5AC-27C4-EC98-6765-6F2A48A03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82D3571-21DF-4EF6-00EC-9C5473F05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4575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4D145-E34A-6933-3712-A40396D10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4FE360-4E08-73D9-A9E7-02C6873FE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20/05/2025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6B13341-BBDE-E343-9BB4-8E5A2151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9516F0A-CAD2-9B40-45A8-6BB5DEC8A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7460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91520B3-F702-8ADC-FA0A-FFDD50FB4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20/05/2025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1980FE0-C1CE-2371-E963-73622EAEC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40EF43F-85C6-888B-89E9-5DD1558E6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0530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4D1F9-BA90-746C-17C1-2442AFFDC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BA8BB3-15DC-839B-AA1C-2F3E19415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265DD1D-BB3C-D682-A070-016B43852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A6540F-8CCC-5B75-15F1-539BE1544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20/05/2025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46A0D98-346C-DD9D-F103-F283AA2C4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B8AC96-1718-590A-036A-5360A623F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2896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C04B9-B5EF-83FF-8ADF-67C427573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6336215-ED41-A37D-A169-C52F80A0F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C18593-56EF-1E5A-2F87-8E62FB607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317222-DC45-7E11-0C79-C57249ABA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20/05/2025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3EA5E6-87C8-B0AB-CEF5-B263DD16B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6E3926-41B9-4C7B-CB95-33C295335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5228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C4DB8A-6500-7F19-239F-FDFAEA9B4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FD89FCD-6A41-7F4C-D4A6-59E029EBC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A6276A-988F-8E13-A02A-3901696FF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20/05/2025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582BC3-2C74-41E1-A155-BA335586E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79F100-7C01-69C7-6C9A-A5D63FFF7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3949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C8C907B-0F71-1DAA-BE08-D7AAAD5B3C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CA80256-15F4-E586-C716-B1033B203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BD3C37-5CDA-25EB-8864-D66D4DB88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D81C-149F-4D65-BF80-D274376150D9}" type="datetimeFigureOut">
              <a:rPr lang="pt-BR" smtClean="0"/>
              <a:t>20/05/2025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1955E3-433F-7D63-A320-55EDE623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26F6F4-BDEB-517B-D0F8-F9F0B0674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4144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EE7056E-D99B-BAFB-323F-0651143F6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FCC994-B5B6-F59E-21CC-8498C5083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A12DA4-0ACC-7E89-738E-39414BF268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FCD81C-149F-4D65-BF80-D274376150D9}" type="datetimeFigureOut">
              <a:rPr lang="pt-BR" smtClean="0"/>
              <a:t>20/05/2025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1D1FB0-84AD-16E6-0C8B-39139D11E8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0895FE-60A7-2015-9B7E-156350FD5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E67DD1-DC36-4578-B91D-B50BC1D84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5756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99694D-8B03-752A-F9D5-B542105609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0" i="0" dirty="0">
                <a:solidFill>
                  <a:srgbClr val="806E00"/>
                </a:solidFill>
                <a:effectLst/>
                <a:latin typeface="Open Sans" panose="020B0606030504020204" pitchFamily="34" charset="0"/>
              </a:rPr>
              <a:t>Levantamento de Requisitos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4C26E1-343A-F5E7-14C4-B34D45F656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Algumas questões que irão ajudar a melhorar o entendimento acerca do trabalho com os requisitos.</a:t>
            </a:r>
          </a:p>
          <a:p>
            <a:r>
              <a:rPr lang="pt-BR" dirty="0"/>
              <a:t>Essas questões são fundamentais para iniciamos o processo. </a:t>
            </a:r>
          </a:p>
        </p:txBody>
      </p:sp>
    </p:spTree>
    <p:extLst>
      <p:ext uri="{BB962C8B-B14F-4D97-AF65-F5344CB8AC3E}">
        <p14:creationId xmlns:p14="http://schemas.microsoft.com/office/powerpoint/2010/main" val="3537636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353B729D-04FF-DAB3-FA99-81F7278B7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82" y="1047884"/>
            <a:ext cx="11216965" cy="479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2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E836EFD-5B1E-57D8-E6F7-7D6CEBFC7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55" y="982076"/>
            <a:ext cx="11529576" cy="489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453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47676AF-4DC9-C633-4AF1-F157828F9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74" y="821263"/>
            <a:ext cx="11567651" cy="521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055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9344F0B-C90A-2723-58E1-8D5570B30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20" y="879220"/>
            <a:ext cx="11907152" cy="50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081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3BB9B11-C41F-E515-CB7B-E5622D067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12" y="254833"/>
            <a:ext cx="7475597" cy="643078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3EF8459-17AC-78E8-3C5F-4114B39CF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972" y="2275890"/>
            <a:ext cx="2905530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243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C7503-DA07-4592-997C-D9B33EB1D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38626"/>
          </a:xfrm>
        </p:spPr>
        <p:txBody>
          <a:bodyPr>
            <a:normAutofit fontScale="90000"/>
          </a:bodyPr>
          <a:lstStyle/>
          <a:p>
            <a:r>
              <a:rPr lang="pt-BR" b="0" i="0" dirty="0">
                <a:solidFill>
                  <a:srgbClr val="806E00"/>
                </a:solidFill>
                <a:effectLst/>
                <a:latin typeface="Open Sans" panose="020B0606030504020204" pitchFamily="34" charset="0"/>
              </a:rPr>
              <a:t>Estudo de Caso ‒ Parte 1</a:t>
            </a:r>
            <a:br>
              <a:rPr lang="pt-BR" b="0" i="0" dirty="0">
                <a:solidFill>
                  <a:srgbClr val="806E00"/>
                </a:solidFill>
                <a:effectLst/>
                <a:latin typeface="Open Sans" panose="020B0606030504020204" pitchFamily="34" charset="0"/>
              </a:rPr>
            </a:br>
            <a:br>
              <a:rPr lang="pt-BR" b="0" i="0" dirty="0">
                <a:solidFill>
                  <a:srgbClr val="806E00"/>
                </a:solidFill>
                <a:effectLst/>
                <a:latin typeface="Open Sans" panose="020B0606030504020204" pitchFamily="34" charset="0"/>
              </a:rPr>
            </a:br>
            <a:r>
              <a:rPr lang="pt-B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Estudo de caso do Pet Shop do Sr. José! 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CD34222-328C-1769-9817-4916BD5B0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96" y="2308486"/>
            <a:ext cx="11253765" cy="345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373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C7503-DA07-4592-997C-D9B33EB1D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0" i="0" dirty="0">
                <a:solidFill>
                  <a:srgbClr val="806E00"/>
                </a:solidFill>
                <a:effectLst/>
                <a:latin typeface="Open Sans" panose="020B0606030504020204" pitchFamily="34" charset="0"/>
              </a:rPr>
              <a:t>Estudo de Caso ‒ Parte 1</a:t>
            </a:r>
            <a:br>
              <a:rPr lang="pt-BR" b="0" i="0" dirty="0">
                <a:solidFill>
                  <a:srgbClr val="806E00"/>
                </a:solidFill>
                <a:effectLst/>
                <a:latin typeface="Open Sans" panose="020B0606030504020204" pitchFamily="34" charset="0"/>
              </a:rPr>
            </a:br>
            <a:r>
              <a:rPr lang="pt-B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7B040C3-9E16-6272-B4BA-29DC5B402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49" y="2203554"/>
            <a:ext cx="11439501" cy="348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094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C7503-DA07-4592-997C-D9B33EB1D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0" i="0" dirty="0">
                <a:solidFill>
                  <a:srgbClr val="806E00"/>
                </a:solidFill>
                <a:effectLst/>
                <a:latin typeface="Open Sans" panose="020B0606030504020204" pitchFamily="34" charset="0"/>
              </a:rPr>
              <a:t>Estudo de Caso ‒ Parte 1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806D942-331A-95AB-3836-26FD1F395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74" y="2199403"/>
            <a:ext cx="11325851" cy="342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303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BDBFCE4-E915-B373-C07A-789450015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385" y="538082"/>
            <a:ext cx="8129230" cy="578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401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C7503-DA07-4592-997C-D9B33EB1D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0" i="0" dirty="0">
                <a:solidFill>
                  <a:srgbClr val="806E00"/>
                </a:solidFill>
                <a:effectLst/>
                <a:latin typeface="Open Sans" panose="020B0606030504020204" pitchFamily="34" charset="0"/>
              </a:rPr>
              <a:t>Estudo de Caso ‒ Parte 2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1306471-8EAE-822B-720F-EC3A37C47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88" y="2368446"/>
            <a:ext cx="11547423" cy="352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065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C7503-DA07-4592-997C-D9B33EB1D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0" i="0" dirty="0">
                <a:solidFill>
                  <a:srgbClr val="806E00"/>
                </a:solidFill>
                <a:effectLst/>
                <a:latin typeface="Open Sans" panose="020B0606030504020204" pitchFamily="34" charset="0"/>
              </a:rPr>
              <a:t>Estudo de Caso ‒ Parte 2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F05F2F7-232F-2B43-C5C0-C8F2D83E2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70" y="2351778"/>
            <a:ext cx="11797259" cy="351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247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C7503-DA07-4592-997C-D9B33EB1D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0" i="0" dirty="0">
                <a:solidFill>
                  <a:srgbClr val="806E00"/>
                </a:solidFill>
                <a:effectLst/>
                <a:latin typeface="Open Sans" panose="020B0606030504020204" pitchFamily="34" charset="0"/>
              </a:rPr>
              <a:t>Estudo de Caso ‒ Parte 3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34B3CE4-E5CB-4E6B-CBAB-6824EC3E7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27" y="2158583"/>
            <a:ext cx="10930873" cy="338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66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C7503-DA07-4592-997C-D9B33EB1D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0" i="0" dirty="0">
                <a:solidFill>
                  <a:srgbClr val="806E00"/>
                </a:solidFill>
                <a:effectLst/>
                <a:latin typeface="Open Sans" panose="020B0606030504020204" pitchFamily="34" charset="0"/>
              </a:rPr>
              <a:t>Estudo de Caso ‒ Parte 3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221DB09-26D2-9280-F53F-08A2F47C3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08" y="2450787"/>
            <a:ext cx="11235984" cy="3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424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C7503-DA07-4592-997C-D9B33EB1D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0" i="0" dirty="0">
                <a:solidFill>
                  <a:srgbClr val="806E00"/>
                </a:solidFill>
                <a:effectLst/>
                <a:latin typeface="Open Sans" panose="020B0606030504020204" pitchFamily="34" charset="0"/>
              </a:rPr>
              <a:t>Estudo de Caso ‒ Parte 4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33BE21D-95AF-1950-078C-53F288E5E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18" y="2233534"/>
            <a:ext cx="11502176" cy="347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700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C7503-DA07-4592-997C-D9B33EB1D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0" i="0" dirty="0">
                <a:solidFill>
                  <a:srgbClr val="806E00"/>
                </a:solidFill>
                <a:effectLst/>
                <a:latin typeface="Open Sans" panose="020B0606030504020204" pitchFamily="34" charset="0"/>
              </a:rPr>
              <a:t>Estudo de Caso ‒ Parte 4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FE213E2-4D72-89D2-62D4-B97018081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58387"/>
            <a:ext cx="11157578" cy="326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737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3474867-8685-1DD7-1E3D-0422A6681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65" y="839449"/>
            <a:ext cx="11605615" cy="526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271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7FE4B-CC20-C45A-F763-6FA0F7EC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Estudo de Viabilidade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EAFF04C-F41C-E393-A13F-E5010D120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44" y="2399306"/>
            <a:ext cx="11624080" cy="231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38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521F8A8-AB31-B90D-70D8-2E3416DFC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97" y="2158584"/>
            <a:ext cx="11391005" cy="3627619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B2A5850C-044F-FBE3-4561-9D018D7DD72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806E00"/>
                </a:solidFill>
                <a:latin typeface="Open Sans" panose="020B0606030504020204" pitchFamily="34" charset="0"/>
              </a:rPr>
              <a:t>Estudo de Caso ‒ Parte 5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3817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667E73B-D5A1-9947-76D2-FBE32CDF6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95" y="1963712"/>
            <a:ext cx="11824010" cy="3537679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5BD21563-E2D4-9610-D3D7-76C651F27C2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806E00"/>
                </a:solidFill>
                <a:latin typeface="Open Sans" panose="020B0606030504020204" pitchFamily="34" charset="0"/>
              </a:rPr>
              <a:t>Estudo de Caso ‒ Parte 5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0260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BD21563-E2D4-9610-D3D7-76C651F27C27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4907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806E00"/>
                </a:solidFill>
                <a:latin typeface="Open Sans" panose="020B0606030504020204" pitchFamily="34" charset="0"/>
              </a:rPr>
              <a:t>Estudo de Caso ‒ Parte 6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48D9137-E2A2-711E-1A92-6FFCAB707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03" y="1765092"/>
            <a:ext cx="11864997" cy="332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764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BD21563-E2D4-9610-D3D7-76C651F27C27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4907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rgbClr val="806E00"/>
                </a:solidFill>
                <a:latin typeface="Open Sans" panose="020B0606030504020204" pitchFamily="34" charset="0"/>
              </a:rPr>
              <a:t>Estudo de Caso ‒ Parte 6</a:t>
            </a: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23AC33E-1755-96C8-E00D-6ED37A558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68" y="1829689"/>
            <a:ext cx="11642821" cy="320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9319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69A00-8D8B-2F1E-5C22-74DB27E4A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806E00"/>
                </a:solidFill>
                <a:effectLst/>
                <a:latin typeface="Open Sans" panose="020B0606030504020204" pitchFamily="34" charset="0"/>
              </a:rPr>
              <a:t>Ambientes de Desenvolvimento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206585-34F8-3035-3303-3D6ED7E47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pt-B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Os ambientes de desenvolvimento têm como objetivo fornecer os recursos de </a:t>
            </a:r>
            <a:r>
              <a:rPr lang="pt-BR" b="0" i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software</a:t>
            </a:r>
            <a:r>
              <a:rPr lang="pt-B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e as ferramentas para serem utilizados no processo de desenvolvimento do sistema.</a:t>
            </a:r>
          </a:p>
          <a:p>
            <a:pPr algn="l"/>
            <a:r>
              <a:rPr lang="pt-B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Os ambientes apresentam diferenças nas linguagens de programação, nos bancos de dados e nos demais recursos de controle escolhidos.</a:t>
            </a:r>
          </a:p>
          <a:p>
            <a:r>
              <a:rPr lang="pt-BR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De modo geral, todos têm recursos para edição, controle, testes, </a:t>
            </a:r>
            <a:r>
              <a:rPr lang="pt-BR" b="1" i="1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interface</a:t>
            </a:r>
            <a:r>
              <a:rPr lang="pt-BR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com usuário e documentação.</a:t>
            </a:r>
          </a:p>
          <a:p>
            <a:r>
              <a:rPr lang="pt-B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Os ambientes também podem apresentar os recursos das ferramentas CASE. Tais recursos facilitam a integração entre a modelagem e </a:t>
            </a:r>
            <a:r>
              <a:rPr lang="pt-BR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 codificação.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725314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216</Words>
  <Application>Microsoft Office PowerPoint</Application>
  <PresentationFormat>Widescreen</PresentationFormat>
  <Paragraphs>22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Open Sans</vt:lpstr>
      <vt:lpstr>Tema do Office</vt:lpstr>
      <vt:lpstr>Levantamento de Requisitos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Estudo de Caso ‒ Parte 1  Estudo de caso do Pet Shop do Sr. José! </vt:lpstr>
      <vt:lpstr>Estudo de Caso ‒ Parte 1  </vt:lpstr>
      <vt:lpstr>Estudo de Caso ‒ Parte 1</vt:lpstr>
      <vt:lpstr>Apresentação do PowerPoint</vt:lpstr>
      <vt:lpstr>Estudo de Caso ‒ Parte 2</vt:lpstr>
      <vt:lpstr>Estudo de Caso ‒ Parte 2</vt:lpstr>
      <vt:lpstr>Estudo de Caso ‒ Parte 3</vt:lpstr>
      <vt:lpstr>Estudo de Caso ‒ Parte 3</vt:lpstr>
      <vt:lpstr>Estudo de Caso ‒ Parte 4</vt:lpstr>
      <vt:lpstr>Estudo de Caso ‒ Parte 4</vt:lpstr>
      <vt:lpstr>Apresentação do PowerPoint</vt:lpstr>
      <vt:lpstr>Estudo de Viabilidade</vt:lpstr>
      <vt:lpstr>Apresentação do PowerPoint</vt:lpstr>
      <vt:lpstr>Apresentação do PowerPoint</vt:lpstr>
      <vt:lpstr>Apresentação do PowerPoint</vt:lpstr>
      <vt:lpstr>Apresentação do PowerPoint</vt:lpstr>
      <vt:lpstr>Ambientes de Desenvolvimento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Avezum Martus</dc:creator>
  <cp:lastModifiedBy>Andrea Avezum Martus</cp:lastModifiedBy>
  <cp:revision>5</cp:revision>
  <dcterms:created xsi:type="dcterms:W3CDTF">2025-03-28T00:29:48Z</dcterms:created>
  <dcterms:modified xsi:type="dcterms:W3CDTF">2025-05-20T23:17:07Z</dcterms:modified>
</cp:coreProperties>
</file>